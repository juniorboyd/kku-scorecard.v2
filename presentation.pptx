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097280"/>
            <a:ext cx="1371600" cy="1371600"/>
          </a:xfrm>
          <a:prstGeom prst="hexagon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✔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3628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ระบบแดชบอร์ดประเมินและติดตาม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ความปลอดภัยทางไซเบอร์ มข.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KKU Security Scorecard &amp; Vulnerability Management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คณะผู้พัฒนาโครงงาน มหาวิทยาลัยขอนแก่น   |   โครงงานเทคโนโลยีสารสนเทศ ปีการศึกษา 2569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01.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ทำอะไร (What is it?)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9144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KKU Security Scorecard คือ ระบบแดชบอร์ดประเมินและวิเคราะห์ความปลอดภัยไซเบอร์แบบ Full-stack ที่รวบรวมข้อมูลสถานะช่องโหว่ความเสี่ยงของทุกคณะและหน่วยงานในมหาวิทยาลัยขอนแก่นมาแสดงผลในที่เดีย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3328416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2608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Security Rating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96265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ประเมินและวัดผลระบบเครือข่าย โดเมน และเว็บไซต์ โดยตัดเกรดเป็นตัวอักษร (A-F) เพื่อให้เห็นระดับความปลอดภัยของแต่ละหน่วยงานอย่างชัดเจนและเข้าใจง่าย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7408" y="2743200"/>
            <a:ext cx="3328416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92608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Centralized 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0288" y="3383280"/>
            <a:ext cx="296265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รวบรวมและจัดเก็บข้อมูลช่องโหว่และคะแนนความเสี่ยงจาก API และการอัปโหลดไฟล์ (CSV) ช่วยในการประมวลผล เปรียบเทียบข้อมูลย้อนหลัง และวิเคราะห์แนวโน้ม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743200"/>
            <a:ext cx="3328416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292608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Interactive Map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66176" y="3383280"/>
            <a:ext cx="296265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แสดงพิกัดที่ตั้งคณะย่อยผ่าน Interactive Campus Map โดยปักหมุดสีตามเกรดความปลอดภัย เพื่อช่วยในการชี้เป้าหน่วยงานที่มีความเสี่ยงสูงได้ทันที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02.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ทำไมถึงทำ (Why did we do it?)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โครงข่ายขนาดใหญ่และซับซ้อน: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มหาวิทยาลัยขอนแก่นมีคณะย่อยและหน่วยงานกว่า 21 แห่ง ซึ่งดูแลรับผิดชอบเซิร์ฟเวอร์และอุปกรณ์เครือข่ายของตนเอง แยกจากส่วนกลาง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ภัยคุกคามรอบด้าน: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ความเสี่ยงจากเซิร์ฟเวอร์ที่ละเลยการติดตั้ง Patch (CVE), โดเมนหลอกลวง, DNS Spoofing, และความปลอดภัยของเว็บไซต์ย่อย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ขาดศูนย์กลางข้อมูล (No Visibility):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ผู้บริหารและทีมความปลอดภัยส่วนกลางขาดหน้าจอ Dashboard บูรณาการคะแนนสุขภาพของทุกคณะพร้อมกัน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การทำงานและแก้ไขที่ล่าช้า: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เมื่อระบบตรวจพบช่องโหว่ การชี้เป้าเครื่องเซิร์ฟเวอร์และระบุตัวผู้ดูแลระบบของแต่ละหน่วยงานย่อยใช้เวลาทำงานนาน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554480"/>
            <a:ext cx="448056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⚠️ ความเสี่ยงของระบบย่อย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228600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เนื่องจากระบบของทุกหน่วยงานเชื่อมโยงอยู่ในเน็ตเวิร์กเดียวกัน ช่องโหว่ของคณะเล็ก ๆ เพียงแห่งเดียว อาจกลายเป็นประตูให้แฮกเกอร์เจาะเข้าถึงเครือข่ายส่วนกลางทั้งหมดได้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ระบบนี้จึงมุ่งแก้ปัญหาด้วยการสร้างแหล่งข้อมูลแห่งความจริงหนึ่งเดียว (Single Source of Truth) เพื่อยกระดับความปลอดภัยร่วมกัน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03.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แก้ปัญหาได้อย่างไร (How we solve it)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รวมข้อมูลจากหลายแหล่ง: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รวบรวมช่องโหว่ความมั่นคงปลอดภัยผ่านช่องทางสด (SecurityScorecard API) และการอัปโหลดไฟล์รายงานแบบแมนนวล (CSV Import)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อัลกอริทึมแมปปิ้งอัตโนมัติ: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พัฒนาระบบสืบค้นโดเมนย่อย (Matched Domain) ชี้เป้าระบุหน่วยงานรับผิดชอบตามระบบบัญชีรายชื่อคณะ 21 หน่วยงานได้โดยอัตโนมัติ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แสดงผลเชิงตำแหน่ง: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แผนที่วิทยาเขต Leaflet.js ปักหมุดที่ตั้งแต่ละคณะด้วยโลโก้คณะและรหัสสีตามระดับเกรด เพื่อให้ระบุจุดเสี่ยงบนพิกัดแผนที่ได้ทันที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ระบบจัดการความรุนแรง: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จัดหมวดหมู่แยกความเสี่ยง (Critical, High, Medium, Info) ให้ทีมไอทีจัดลำดับการอุดช่องโหว่ได้ถูกต้อง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554480"/>
            <a:ext cx="44805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คัดกรองระดับความปลอดภัยและเกรด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0" y="21488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ใช้ระบบวิเคราะห์เกรด (A, B, C, D, F) แปลงข้อมูลเทคนิคที่ยุ่งยากให้เป็นระดับคุณภาพ เพื่อสร้างความเข้าใจที่ตรงกันในระดับผู้บริหารและฝ่ายปฏิบัติการ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0" y="3840480"/>
            <a:ext cx="44805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ความปลอดภัยของข้อมูลสูงสุด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32320" y="44348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เก็บรักษา API Key และค่าสำคัญในการเชื่อมโยงภายนอกด้วยการเข้ารหัสข้อมูลที่รัดกุมในระดับฐานข้อมูล (AES-256-GCM) เพื่อป้องกันข้อมูลผู้ใช้และคีย์รั่วไหล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04. 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ทำอย่างไร (How did we do it?)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สถาปัตยกรรมระบบ (Full-stack Monorepo)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ระบบได้รับการออกแบบเป็น Microservices ที่ทำงานร่วมกันอย่างสมบูรณ์แบบบน Docker-compose เพื่อความง่ายต่อการพัฒนาและติดตั้งใช้จริงในเซิร์ฟเวอร์กลาง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5486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Frontend: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Next.js ทำงานร่วมกับ Leaflet.js ในส่วนการแสดงผลและแผนที่โต้ตอบ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Backend: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Node.js (Express Framework) พร้อมระบบจัดการตารางผ่าน Prisma ORM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Database: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PostgreSQL จัดเก็บข้อมูลอย่างเป็นโครงสร้าง ทนทาน และมีประสิทธิภาพ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Python Processor: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สคริปต์ Python วิเคราะห์ คัดกรอง และประมวลผลข้อมูลช่องโหว่ความเสี่ยง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Nginx Proxy: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Reverse Proxy ช่วยจัดการเส้นทางและเชื่อมต่ออย่างปลอดภัย (HTTPS)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เทคโนโลยีและเครื่องมือหลักที่เลือกใช้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01168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[Next.js (React)]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Frontend &amp; Dashboard Interface
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[Leaflet.js]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Interactive Campus Geolocation Map
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[Node.js / Express]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RESTful API Backend Service
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[Prisma &amp; PostgreSQL]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Database &amp; Type-safe Database Control
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[Python Processing]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Data Analysis &amp; Parsing Scripts
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[Docker-compose]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Production &amp; Development Environment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05.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ผลลัพธ์เป็นอย่างไร (Results)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ศูนย์รวมสถานะความปลอดภัย: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ระบบแดชบอร์ดช่วยให้ผู้ดูแลระบบกลาง มองเห็นคะแนนความปลอดภัย ประวัติความคืบหน้า และประวัติย้อนหลังของหน่วยงานย่อย 21 แห่งได้ทั้งหมดในที่เดียว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ลดเวลาแก้ปัญหาแบบเจาะจง: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เปลี่ยนขั้นตอนค้นหาเจ้าของเครื่องเซิร์ฟเวอร์แบบเดิม ให้เป็นการกรองและแจ้งเตือนผ่าน API/CSV สังเคราะห์และส่งงานต่อให้เจ้าหน้าที่ไอทีคณะได้รวดเร็ว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 สร้างความตระหนักรู้การป้องกันภัย: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ระดับเกรด A-F ช่วยแปลงรายงานเชิงเทคนิคของช่องโหว่ (เช่น DNS record ผิดพลาด, SSL certificate หมดอายุ) ให้เป็นการวัดผลระดับองค์กรที่ผู้บริหารเข้าใจทันที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554480"/>
            <a:ext cx="4480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9202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 - F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13232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ระบบการแปลคะแนนเชิงคุณภาพ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0" y="32004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เปลี่ยนข้อมูลภัยคุกคามและช่องโหว่ความเสี่ยงทางเทคนิคที่เข้าใจยาก ให้กลายตัวเกรดสีความปลอดภัยที่แสดงผลบนหมุดแผนที่ เพื่อการสั่งการและแก้ไขอย่างเป็นระบบ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06. CURRENT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ตอนนี้งานไปถึงไหนแล้ว (Progress)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ความคืบหน้าการพัฒนาซอฟต์แวร์ย่อย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Frontend Development (Next.js &amp; Maps) :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85%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 Dashboard, กราฟเชิงเปรียบเทียบ และ Interactive Map บนพิกัดดาวเทียมเสร็จสิ้นเป็นส่วนใหญ่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Backend API (Express &amp; Prisma) :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90%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 API เชื่อมต่อฐานข้อมูล, ดึงข้อมูลจาก API ภายนอก และระบบเข้ารหัสรักษาความปลอดภัยสมบูรณ์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Data Processing (Python Scripts) :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75%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การเขียนสคริปต์จัดระเบียบข้อมูลและแปลข้อมูลช่องโหว่เชิงตำแหน่ง มีการสร้างสคริปต์หลักแล้ว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0" y="1554480"/>
            <a:ext cx="4572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การปรับปรุงล่าสุด (Recent Updates)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0" y="22860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ซ่อนแผนผังโครงข่ายหลักในหน้า Dashboard ชั่วคราวเพื่อความเรียบง่ายและเพิ่มพื้นที่แสดงผล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ทำระบบข้ามขั้นตอนการล็อกอินแบบชั่วคราว (Login Bypass) เพื่อให้ผู้พัฒนาและผู้นำเสนอเข้าใช้งานได้ไวขึ้น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รวมและจัดกลุ่มหน่วยงานย่อย (Organizations) เพื่อการแสดงสถานะโดยรวมที่กระชับขึ้น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ปรับแต่งระบบ Fetcher และ Daily Cron Job เพื่อซิงค์ข้อมูลล่าสุดผ่าน API ของผู้ให้บริการประเมิน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2026-07-21T04:00:33Z</dcterms:created>
  <dcterms:modified xsi:type="dcterms:W3CDTF">2026-07-21T04:00:33Z</dcterms:modified>
</cp:coreProperties>
</file>