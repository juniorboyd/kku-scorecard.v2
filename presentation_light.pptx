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097280"/>
            <a:ext cx="1371600" cy="13716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628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ระบบแดชบอร์ดประเมินและติดตาม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ความปลอดภัยทางไซเบอร์ มข.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KKU Security Scorecard &amp; Vulnerability Management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01.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ทำอะไร (What is it?)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00" cy="11887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KKU Security Scorecard คือ ระบบแดชบอร์ดประเมินและวิเคราะห์ความปลอดภัยไซเบอร์แบบ Full-stack ที่รวบรวมข้อมูลสถานะช่องโหว่ความเสี่ยงของทุกคณะและหน่วยงานในมหาวิทยาลัยขอนแก่นมาแสดงผลในที่เดียว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Security Rating: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ประเมินและวัดผลระบบเครือข่าย โดเมน และเว็บไซต์ โดยตัดเกรดเป็นตัวอักษร (A-F) เพื่อให้เข้าใจง่าย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Centralized Database: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รวบรวมและจัดเก็บข้อมูลช่องโหว่และคะแนนความเสี่ยงจาก API และการอัปโหลดไฟล์ (CSV) ย้อนหลัง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Interactive Map: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แสดงพิกัดที่ตั้งคณะย่อยผ่านแผนที่ ปักหมุดสีตามเกรดความปลอดภัยเพื่อชี้เป้าหน่วยงานที่เสี่ยงสูงได้ทันที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5943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image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00200"/>
            <a:ext cx="58521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02.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ทำไมถึงทำ (Why did we do it?)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โครงข่ายขนาดใหญ่และซับซ้อน: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มหาวิทยาลัยขอนแก่นมีคณะย่อยและหน่วยงานกว่า 21 แห่ง ซึ่งดูแลรับผิดชอบเซิร์ฟเวอร์และอุปกรณ์เครือข่ายของตนเอง แยกจากส่วนกลาง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ภัยคุกคามรอบด้าน: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ความเสี่ยงจากเซิร์ฟเวอร์ที่ละเลยการติดตั้ง Patch (CVE), โดเมนหลอกลวง, DNS Spoofing, และความปลอดภัยของเว็บไซต์ย่อย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ขาดศูนย์กลางข้อมูล (No Visibility):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ผู้บริหารและทีมความปลอดภัยส่วนกลางขาดหน้าจอ Dashboard บูรณาการคะแนนสุขภาพของทุกคณะพร้อมกัน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การทำงานและแก้ไขที่ล่าช้า: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เมื่อระบบตรวจพบช่องโหว่ การชี้เป้าเครื่องเซิร์ฟเวอร์และระบุตัวผู้ดูแลระบบของแต่ละหน่วยงานย่อยใช้เวลาทำงานนาน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48056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⚠️ ความเสี่ยงของระบบย่อย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28600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เนื่องจากระบบของทุกหน่วยงานเชื่อมโยงอยู่ในเน็ตเวิร์กเดียวกัน ช่องโหว่ของคณะเล็ก ๆ เพียงแห่งเดียว อาจกลายเป็นประตูให้แฮกเกอร์เจาะเข้าถึงเครือข่ายส่วนกลางทั้งหมดได้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ระบบนี้จึงมุ่งแก้ปัญหาด้วยการสร้างแหล่งข้อมูลแห่งความจริงหนึ่งเดียว (Single Source of Truth) เพื่อยกระดับความปลอดภัยร่วมกัน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03.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แก้ปัญหาได้อย่างไร (How we solve it)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รวมข้อมูลจากหลายแหล่ง: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รวบรวมช่องโหว่ความมั่นคงปลอดภัยผ่านช่องทางสด (SecurityScorecard API) และการอัปโหลดไฟล์รายงานแบบแมนนวล (CSV Import)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อัลกอริทึมแมปปิ้งอัตโนมัติ: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พัฒนาระบบสืบค้นโดเมนย่อย (Matched Domain) ชี้เป้าระบุหน่วยงานรับผิดชอบตามระบบบัญชีรายชื่อคณะ 21 หน่วยงานได้โดยอัตโนมัติ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แสดงผลเชิงตำแหน่ง: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แผนที่วิทยาเขต Leaflet.js ปักหมุดที่ตั้งแต่ละคณะด้วยโลโก้คณะและรหัสสีตามระดับเกรด เพื่อให้ระบุจุดเสี่ยงบนพิกัดแผนที่ได้ทันที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ระบบจัดการความรุนแรง: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จัดหมวดหมู่แยกความเสี่ยง (Critical, High, Medium, Info) ให้ทีมไอทีจัดลำดับการอุดช่องโหว่ได้ถูกต้อง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554480"/>
            <a:ext cx="5943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images/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00200"/>
            <a:ext cx="58521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04.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ทำอย่างไร (How did we do it?)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สถาปัตยกรรมระบบ (Full-stack Monorepo)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ระบบได้รับการออกแบบเป็น Microservices ที่ทำงานร่วมกันอย่างสมบูรณ์แบบบน Docker-compose เพื่อความง่ายต่อการพัฒนาและติดตั้งใช้จริงในเซิร์ฟเวอร์กลาง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Frontend: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Next.js ทำงานร่วมกับ Leaflet.js ในส่วนการแสดงผลและแผนที่โต้ตอบ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Backend: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Node.js (Express Framework) พร้อมระบบจัดการตารางผ่าน Prisma ORM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Database: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PostgreSQL จัดเก็บข้อมูลอย่างเป็นโครงสร้าง ทนทาน และมีประสิทธิภาพ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Python Processor: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สคริปต์ Python วิเคราะห์ คัดกรอง และประมวลผลข้อมูลช่องโหว่ความเสี่ยง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Nginx Proxy: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Reverse Proxy ช่วยจัดการเส้นทางและเชื่อมต่ออย่างปลอดภัย (HTTPS)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5943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images/ip_doma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00200"/>
            <a:ext cx="58521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05.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ผลลัพธ์เป็นอย่างไร (Results)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ศูนย์รวมสถานะความปลอดภัย: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ระบบแดชบอร์ดช่วยให้ผู้ดูแลระบบกลาง มองเห็นคะแนนความปลอดภัย ประวัติความคืบหน้า และประวัติย้อนหลังของหน่วยงานย่อย 21 แห่งได้ทั้งหมดในที่เดียว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ลดเวลาแก้ปัญหาแบบเจาะจง: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เปลี่ยนขั้นตอนค้นหาเจ้าของเครื่องเซิร์ฟเวอร์แบบเดิม ให้เป็นการกรองและแจ้งเตือนผ่าน API/CSV สังเคราะห์และส่งงานต่อให้เจ้าหน้าที่ไอทีคณะได้รวดเร็ว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สร้างความตระหนักรู้การป้องกันภัย: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ระดับเกรด A-F ช่วยแปลงรายงานเชิงเทคนิคของช่องโหว่ (เช่น DNS record ผิดพลาด, SSL certificate หมดอายุ) ให้เป็นการวัดผลระดับองค์กรที่ผู้บริหารเข้าใจทันที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554480"/>
            <a:ext cx="5943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images/iss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00200"/>
            <a:ext cx="58521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06. LAUNCH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เข้าใช้งานระบบจริง (Live Dashboard)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0" y="2011680"/>
            <a:ext cx="5943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2286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เปิดแดชบอร์ดติดตามความปลอดภัยทางไซเบอร์ มข.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2743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https://odt-scorecard.kku.ac.th/dashboard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40480" y="3291840"/>
            <a:ext cx="4480560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🔒 ต้องติดต่อผู้ดูแลระบบ (Admin) เพื่อขอรับสิทธิ์เข้าใช้งานผ่านระบบ KKU SSO ด้วยบัญชี @kkumail.com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8304" y="4023360"/>
            <a:ext cx="2743200" cy="54864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เข้าสู่เว็บไซต์ระบบ 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5394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* สามารถคลิกเพื่อลิงก์เข้าสู่หน้าเว็บแดชบอร์ดรายงานช่องโหว่ความเสี่ยง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2026-07-21T04:47:08Z</dcterms:created>
  <dcterms:modified xsi:type="dcterms:W3CDTF">2026-07-21T04:47:08Z</dcterms:modified>
</cp:coreProperties>
</file>